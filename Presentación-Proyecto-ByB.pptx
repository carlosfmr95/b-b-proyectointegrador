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92A"/>
    <a:srgbClr val="166444"/>
    <a:srgbClr val="F24B00"/>
    <a:srgbClr val="8E0000"/>
    <a:srgbClr val="E66A38"/>
    <a:srgbClr val="0A6097"/>
    <a:srgbClr val="327EC4"/>
    <a:srgbClr val="2F9CC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72" y="4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8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4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9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96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2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1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1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0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7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7B733-1A3D-4114-B8C9-F8952EA75E1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4DE33-13C2-44F3-9744-7EBEDF4AB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1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1662955" y="1782336"/>
            <a:ext cx="8929037" cy="1168333"/>
          </a:xfrm>
          <a:prstGeom prst="roundRect">
            <a:avLst/>
          </a:prstGeom>
          <a:solidFill>
            <a:srgbClr val="327EC4">
              <a:alpha val="7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2845127" y="3225879"/>
            <a:ext cx="6564884" cy="902115"/>
          </a:xfrm>
          <a:prstGeom prst="roundRect">
            <a:avLst/>
          </a:prstGeom>
          <a:solidFill>
            <a:srgbClr val="327EC4">
              <a:alpha val="7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redondeado 9"/>
          <p:cNvSpPr/>
          <p:nvPr/>
        </p:nvSpPr>
        <p:spPr>
          <a:xfrm>
            <a:off x="4727775" y="4523751"/>
            <a:ext cx="2782958" cy="737703"/>
          </a:xfrm>
          <a:prstGeom prst="roundRect">
            <a:avLst/>
          </a:prstGeom>
          <a:solidFill>
            <a:srgbClr val="327EC4">
              <a:alpha val="7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1691303" y="1914777"/>
            <a:ext cx="892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PROYECTO INTEGRADOR</a:t>
            </a:r>
            <a:endParaRPr lang="en-US" sz="54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631481" y="3329801"/>
            <a:ext cx="8929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APLICACIÓN DEL CLIMA</a:t>
            </a:r>
            <a:endParaRPr lang="en-US" sz="4000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760375" y="4555195"/>
            <a:ext cx="2684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SPRINT 1</a:t>
            </a:r>
            <a:endParaRPr lang="en-US" sz="4000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5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359729" y="3510399"/>
            <a:ext cx="4776292" cy="460513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redondeado 5"/>
          <p:cNvSpPr/>
          <p:nvPr/>
        </p:nvSpPr>
        <p:spPr>
          <a:xfrm>
            <a:off x="351140" y="4088725"/>
            <a:ext cx="5306175" cy="460513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351138" y="4675597"/>
            <a:ext cx="4784883" cy="460513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redondeado 7"/>
          <p:cNvSpPr/>
          <p:nvPr/>
        </p:nvSpPr>
        <p:spPr>
          <a:xfrm>
            <a:off x="340251" y="5293679"/>
            <a:ext cx="5539256" cy="460513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redondeado 16"/>
          <p:cNvSpPr/>
          <p:nvPr/>
        </p:nvSpPr>
        <p:spPr>
          <a:xfrm>
            <a:off x="340250" y="5868783"/>
            <a:ext cx="4795771" cy="460513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redondeado 3"/>
          <p:cNvSpPr/>
          <p:nvPr/>
        </p:nvSpPr>
        <p:spPr>
          <a:xfrm>
            <a:off x="351182" y="2574237"/>
            <a:ext cx="5306134" cy="715617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redondeado 2"/>
          <p:cNvSpPr/>
          <p:nvPr/>
        </p:nvSpPr>
        <p:spPr>
          <a:xfrm>
            <a:off x="3579743" y="705678"/>
            <a:ext cx="5032513" cy="1085838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/>
          <p:cNvSpPr txBox="1"/>
          <p:nvPr/>
        </p:nvSpPr>
        <p:spPr>
          <a:xfrm>
            <a:off x="340251" y="3501883"/>
            <a:ext cx="4795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- Muñoz Carlos (</a:t>
            </a:r>
            <a:r>
              <a:rPr lang="es-MX" sz="2400" b="1" i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Product Owner</a:t>
            </a:r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40251" y="4650510"/>
            <a:ext cx="4975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- Marin Agustín (</a:t>
            </a:r>
            <a:r>
              <a:rPr lang="es-MX" sz="2400" b="1" i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Team Member</a:t>
            </a:r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24061" y="4060577"/>
            <a:ext cx="555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- Fattorini Ramiro (</a:t>
            </a:r>
            <a:r>
              <a:rPr lang="es-MX" sz="2400" b="1" i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SCRUM Master</a:t>
            </a:r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24061" y="5271121"/>
            <a:ext cx="594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- Ortiz, Erik Joaquín (</a:t>
            </a:r>
            <a:r>
              <a:rPr lang="es-MX" sz="2400" b="1" i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Team Member</a:t>
            </a:r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15513" y="5860485"/>
            <a:ext cx="5469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- Rolón Octavio (</a:t>
            </a:r>
            <a:r>
              <a:rPr lang="es-MX" sz="2400" b="1" i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Team Member</a:t>
            </a:r>
            <a:r>
              <a:rPr lang="es-MX" sz="24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324060" y="2625964"/>
            <a:ext cx="57719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00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INTEGRANTES Y ROLES:</a:t>
            </a:r>
            <a:endParaRPr lang="en-US" sz="3300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3658842" y="807536"/>
            <a:ext cx="48743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000" b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BITS &amp; BYTES</a:t>
            </a:r>
            <a:endParaRPr lang="en-US" sz="50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17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072978" y="1780855"/>
            <a:ext cx="9438349" cy="4842136"/>
          </a:xfrm>
          <a:prstGeom prst="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redondeado 2"/>
          <p:cNvSpPr/>
          <p:nvPr/>
        </p:nvSpPr>
        <p:spPr>
          <a:xfrm>
            <a:off x="356555" y="567521"/>
            <a:ext cx="4252477" cy="1085838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/>
          <p:cNvSpPr txBox="1"/>
          <p:nvPr/>
        </p:nvSpPr>
        <p:spPr>
          <a:xfrm>
            <a:off x="435654" y="669379"/>
            <a:ext cx="4118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000" b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Tablero Jira</a:t>
            </a:r>
            <a:endParaRPr lang="en-US" sz="50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E09D06FC-656A-EB95-0F77-CB674BAFE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682" y="1869217"/>
            <a:ext cx="9248079" cy="4680871"/>
          </a:xfrm>
          <a:prstGeom prst="rect">
            <a:avLst/>
          </a:prstGeom>
        </p:spPr>
      </p:pic>
      <p:sp>
        <p:nvSpPr>
          <p:cNvPr id="11" name="Documento 10"/>
          <p:cNvSpPr/>
          <p:nvPr/>
        </p:nvSpPr>
        <p:spPr>
          <a:xfrm>
            <a:off x="7110328" y="5616806"/>
            <a:ext cx="2554062" cy="832110"/>
          </a:xfrm>
          <a:prstGeom prst="flowChartDocument">
            <a:avLst/>
          </a:prstGeom>
          <a:solidFill>
            <a:srgbClr val="F24B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/>
          <p:cNvSpPr txBox="1"/>
          <p:nvPr/>
        </p:nvSpPr>
        <p:spPr>
          <a:xfrm>
            <a:off x="7110328" y="5699227"/>
            <a:ext cx="2554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Finalizando H1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" name="Documento 13"/>
          <p:cNvSpPr/>
          <p:nvPr/>
        </p:nvSpPr>
        <p:spPr>
          <a:xfrm>
            <a:off x="4296037" y="5411277"/>
            <a:ext cx="2335329" cy="1017761"/>
          </a:xfrm>
          <a:prstGeom prst="flowChartDocument">
            <a:avLst/>
          </a:prstGeom>
          <a:solidFill>
            <a:srgbClr val="F24B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/>
          <p:cNvSpPr txBox="1"/>
          <p:nvPr/>
        </p:nvSpPr>
        <p:spPr>
          <a:xfrm>
            <a:off x="4296037" y="5493699"/>
            <a:ext cx="2464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En proceso de prueba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6" name="Pentágono 15"/>
          <p:cNvSpPr/>
          <p:nvPr/>
        </p:nvSpPr>
        <p:spPr>
          <a:xfrm rot="10800000">
            <a:off x="9952553" y="-2"/>
            <a:ext cx="2219569" cy="685313"/>
          </a:xfrm>
          <a:prstGeom prst="homePlate">
            <a:avLst/>
          </a:prstGeom>
          <a:solidFill>
            <a:srgbClr val="F24B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adroTexto 16"/>
          <p:cNvSpPr txBox="1"/>
          <p:nvPr/>
        </p:nvSpPr>
        <p:spPr>
          <a:xfrm>
            <a:off x="10401761" y="105856"/>
            <a:ext cx="1871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Miércoles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43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356555" y="567521"/>
            <a:ext cx="4252477" cy="1085838"/>
          </a:xfrm>
          <a:prstGeom prst="round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435654" y="669379"/>
            <a:ext cx="4118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000" b="1" dirty="0" smtClean="0">
                <a:solidFill>
                  <a:schemeClr val="bg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Tablero Jira</a:t>
            </a:r>
            <a:endParaRPr lang="en-US" sz="5000" b="1" dirty="0">
              <a:solidFill>
                <a:schemeClr val="bg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072979" y="1780855"/>
            <a:ext cx="8566678" cy="4842136"/>
          </a:xfrm>
          <a:prstGeom prst="rect">
            <a:avLst/>
          </a:prstGeom>
          <a:solidFill>
            <a:srgbClr val="0A6097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09AD0F-7450-697D-1125-F7DD05F62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93" y="1844051"/>
            <a:ext cx="8401204" cy="4715743"/>
          </a:xfrm>
          <a:prstGeom prst="rect">
            <a:avLst/>
          </a:prstGeom>
        </p:spPr>
      </p:pic>
      <p:sp>
        <p:nvSpPr>
          <p:cNvPr id="7" name="Pentágono 6"/>
          <p:cNvSpPr/>
          <p:nvPr/>
        </p:nvSpPr>
        <p:spPr>
          <a:xfrm rot="10800000">
            <a:off x="10389874" y="-3"/>
            <a:ext cx="1795499" cy="685313"/>
          </a:xfrm>
          <a:prstGeom prst="homePlate">
            <a:avLst/>
          </a:prstGeom>
          <a:solidFill>
            <a:srgbClr val="F24B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0819205" y="105856"/>
            <a:ext cx="123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Jueves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Documento 8"/>
          <p:cNvSpPr/>
          <p:nvPr/>
        </p:nvSpPr>
        <p:spPr>
          <a:xfrm>
            <a:off x="1311967" y="4628621"/>
            <a:ext cx="5078894" cy="818023"/>
          </a:xfrm>
          <a:prstGeom prst="flowChartDocument">
            <a:avLst/>
          </a:prstGeom>
          <a:solidFill>
            <a:srgbClr val="F24B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1311967" y="4711043"/>
            <a:ext cx="5337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Finalizado y testeado H1 y H7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2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71221" y="309864"/>
            <a:ext cx="6984344" cy="6130694"/>
          </a:xfrm>
          <a:prstGeom prst="rect">
            <a:avLst/>
          </a:prstGeom>
          <a:solidFill>
            <a:srgbClr val="F24B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CAD8C21A-AF27-370B-9135-CA6047FAD2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26"/>
          <a:stretch/>
        </p:blipFill>
        <p:spPr>
          <a:xfrm>
            <a:off x="374374" y="451051"/>
            <a:ext cx="6754629" cy="5890114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7492850" y="947674"/>
            <a:ext cx="4252477" cy="1631216"/>
          </a:xfrm>
          <a:prstGeom prst="roundRect">
            <a:avLst/>
          </a:prstGeom>
          <a:solidFill>
            <a:srgbClr val="F24B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549749" y="947674"/>
            <a:ext cx="4118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Historia de usuario N°1</a:t>
            </a:r>
            <a:endParaRPr lang="en-US" sz="5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08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690821" y="220411"/>
            <a:ext cx="5914232" cy="6438806"/>
          </a:xfrm>
          <a:prstGeom prst="rect">
            <a:avLst/>
          </a:prstGeom>
          <a:solidFill>
            <a:srgbClr val="F24B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1F929F1-FDF6-1857-28D9-A19D6AC4BB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84"/>
          <a:stretch/>
        </p:blipFill>
        <p:spPr>
          <a:xfrm>
            <a:off x="4781163" y="323873"/>
            <a:ext cx="5694682" cy="6210254"/>
          </a:xfrm>
          <a:prstGeom prst="rect">
            <a:avLst/>
          </a:prstGeom>
        </p:spPr>
      </p:pic>
      <p:sp>
        <p:nvSpPr>
          <p:cNvPr id="4" name="Rectángulo redondeado 3"/>
          <p:cNvSpPr/>
          <p:nvPr/>
        </p:nvSpPr>
        <p:spPr>
          <a:xfrm>
            <a:off x="217407" y="1325361"/>
            <a:ext cx="4252477" cy="1631216"/>
          </a:xfrm>
          <a:prstGeom prst="roundRect">
            <a:avLst/>
          </a:prstGeom>
          <a:solidFill>
            <a:srgbClr val="F24B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274306" y="1325361"/>
            <a:ext cx="4118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Historia de usuario N°7</a:t>
            </a:r>
            <a:endParaRPr lang="en-US" sz="5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4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2256183" y="735495"/>
            <a:ext cx="9710530" cy="6013175"/>
          </a:xfrm>
          <a:prstGeom prst="rect">
            <a:avLst/>
          </a:prstGeom>
          <a:solidFill>
            <a:srgbClr val="8E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A227AFBA-EB9D-AD74-5AD9-FD85B60C7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849" y="854765"/>
            <a:ext cx="9505349" cy="5798660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119271" y="119270"/>
            <a:ext cx="4507598" cy="520980"/>
          </a:xfrm>
          <a:prstGeom prst="roundRect">
            <a:avLst/>
          </a:prstGeom>
          <a:solidFill>
            <a:srgbClr val="8E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29196" y="2289"/>
            <a:ext cx="4697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Código principal</a:t>
            </a:r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92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87626" y="1225101"/>
            <a:ext cx="9183757" cy="5324786"/>
          </a:xfrm>
          <a:prstGeom prst="rect">
            <a:avLst/>
          </a:prstGeom>
          <a:solidFill>
            <a:srgbClr val="8E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redondeado 5"/>
          <p:cNvSpPr/>
          <p:nvPr/>
        </p:nvSpPr>
        <p:spPr>
          <a:xfrm>
            <a:off x="8537092" y="336354"/>
            <a:ext cx="3228455" cy="520980"/>
          </a:xfrm>
          <a:prstGeom prst="roundRect">
            <a:avLst/>
          </a:prstGeom>
          <a:solidFill>
            <a:srgbClr val="8E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B8363BE5-8399-E121-DD8C-84BF9318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56" y="1349803"/>
            <a:ext cx="8893983" cy="509551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596727" y="215684"/>
            <a:ext cx="3081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Dockerfile</a:t>
            </a:r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47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6291470" y="3594264"/>
            <a:ext cx="2991678" cy="1872258"/>
          </a:xfrm>
          <a:prstGeom prst="rect">
            <a:avLst/>
          </a:prstGeom>
          <a:solidFill>
            <a:srgbClr val="8E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E984AF4-EC1D-EEDB-90C1-CFEC8DDA3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922" y="3717833"/>
            <a:ext cx="2800637" cy="1663536"/>
          </a:xfrm>
          <a:prstGeom prst="rect">
            <a:avLst/>
          </a:prstGeom>
        </p:spPr>
      </p:pic>
      <p:sp>
        <p:nvSpPr>
          <p:cNvPr id="4" name="Rectángulo redondeado 3"/>
          <p:cNvSpPr/>
          <p:nvPr/>
        </p:nvSpPr>
        <p:spPr>
          <a:xfrm>
            <a:off x="1013172" y="520142"/>
            <a:ext cx="5367750" cy="776829"/>
          </a:xfrm>
          <a:prstGeom prst="roundRect">
            <a:avLst/>
          </a:prstGeom>
          <a:solidFill>
            <a:srgbClr val="8E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1013172" y="477669"/>
            <a:ext cx="51789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.env con APPID</a:t>
            </a:r>
            <a:endParaRPr lang="en-US" sz="5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576469" y="1463011"/>
            <a:ext cx="8706679" cy="1797023"/>
          </a:xfrm>
          <a:prstGeom prst="rect">
            <a:avLst/>
          </a:prstGeom>
          <a:solidFill>
            <a:srgbClr val="8E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D970D6-CA54-14DC-A570-2B8974EF1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07" y="1627374"/>
            <a:ext cx="8486252" cy="1512918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1740383" y="3594264"/>
            <a:ext cx="3924920" cy="1872258"/>
          </a:xfrm>
          <a:prstGeom prst="roundRect">
            <a:avLst/>
          </a:prstGeom>
          <a:solidFill>
            <a:srgbClr val="8E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1705598" y="3717833"/>
            <a:ext cx="3982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gitingnore con .env</a:t>
            </a:r>
            <a:endParaRPr lang="en-US" sz="5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66518" y="1123497"/>
            <a:ext cx="11251717" cy="5535719"/>
          </a:xfrm>
          <a:prstGeom prst="rect">
            <a:avLst/>
          </a:prstGeom>
          <a:solidFill>
            <a:srgbClr val="8E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C80D4614-0BE0-2782-FA44-6C7BDD69F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4" y="1274377"/>
            <a:ext cx="10980072" cy="5265571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377067" y="192151"/>
            <a:ext cx="2505280" cy="776829"/>
          </a:xfrm>
          <a:prstGeom prst="roundRect">
            <a:avLst/>
          </a:prstGeom>
          <a:solidFill>
            <a:srgbClr val="8E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377067" y="149678"/>
            <a:ext cx="24158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README</a:t>
            </a:r>
            <a:endParaRPr lang="en-US" sz="5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Documento 11"/>
          <p:cNvSpPr/>
          <p:nvPr/>
        </p:nvSpPr>
        <p:spPr>
          <a:xfrm>
            <a:off x="7083059" y="5084635"/>
            <a:ext cx="4353164" cy="1167078"/>
          </a:xfrm>
          <a:prstGeom prst="flowChartDocument">
            <a:avLst/>
          </a:prstGeom>
          <a:solidFill>
            <a:srgbClr val="8E0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/>
          <p:cNvSpPr txBox="1"/>
          <p:nvPr/>
        </p:nvSpPr>
        <p:spPr>
          <a:xfrm>
            <a:off x="7083059" y="5037039"/>
            <a:ext cx="5049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Instrucciones para la ejecución con Docker</a:t>
            </a:r>
            <a:endParaRPr lang="en-US" sz="28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0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3852" y="894522"/>
            <a:ext cx="10972800" cy="5784574"/>
          </a:xfrm>
          <a:prstGeom prst="rect">
            <a:avLst/>
          </a:prstGeom>
          <a:solidFill>
            <a:srgbClr val="21592A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A69D35E9-6E4A-8417-989B-3D9F48DB4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18" y="1020554"/>
            <a:ext cx="10751073" cy="5529333"/>
          </a:xfrm>
          <a:prstGeom prst="rect">
            <a:avLst/>
          </a:prstGeom>
        </p:spPr>
      </p:pic>
      <p:sp>
        <p:nvSpPr>
          <p:cNvPr id="4" name="Rectángulo redondeado 3"/>
          <p:cNvSpPr/>
          <p:nvPr/>
        </p:nvSpPr>
        <p:spPr>
          <a:xfrm>
            <a:off x="267735" y="244290"/>
            <a:ext cx="3228455" cy="520980"/>
          </a:xfrm>
          <a:prstGeom prst="roundRect">
            <a:avLst/>
          </a:prstGeom>
          <a:solidFill>
            <a:srgbClr val="21592A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327370" y="123620"/>
            <a:ext cx="3081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Ejecución</a:t>
            </a:r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35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403145" y="841445"/>
            <a:ext cx="10907585" cy="5718381"/>
          </a:xfrm>
          <a:prstGeom prst="rect">
            <a:avLst/>
          </a:prstGeom>
          <a:solidFill>
            <a:srgbClr val="21592A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235CEC8F-06A9-8CB0-92D5-83716192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1" y="962115"/>
            <a:ext cx="10714916" cy="5469903"/>
          </a:xfrm>
          <a:prstGeom prst="rect">
            <a:avLst/>
          </a:prstGeom>
        </p:spPr>
      </p:pic>
      <p:sp>
        <p:nvSpPr>
          <p:cNvPr id="3" name="Rectángulo redondeado 2"/>
          <p:cNvSpPr/>
          <p:nvPr/>
        </p:nvSpPr>
        <p:spPr>
          <a:xfrm>
            <a:off x="8735874" y="254229"/>
            <a:ext cx="3228455" cy="520980"/>
          </a:xfrm>
          <a:prstGeom prst="roundRect">
            <a:avLst/>
          </a:prstGeom>
          <a:solidFill>
            <a:srgbClr val="21592A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/>
          <p:cNvSpPr txBox="1"/>
          <p:nvPr/>
        </p:nvSpPr>
        <p:spPr>
          <a:xfrm>
            <a:off x="8795509" y="133559"/>
            <a:ext cx="3081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 smtClean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Ejecución</a:t>
            </a:r>
            <a:endParaRPr lang="en-US" sz="4000" b="1" dirty="0">
              <a:solidFill>
                <a:schemeClr val="bg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69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97</Words>
  <Application>Microsoft Office PowerPoint</Application>
  <PresentationFormat>Panorámica</PresentationFormat>
  <Paragraphs>27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Consolas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josefinab.c@hotmail.com</dc:creator>
  <cp:lastModifiedBy>josefinab.c@hotmail.com</cp:lastModifiedBy>
  <cp:revision>12</cp:revision>
  <dcterms:created xsi:type="dcterms:W3CDTF">2024-10-17T23:07:26Z</dcterms:created>
  <dcterms:modified xsi:type="dcterms:W3CDTF">2024-10-18T00:42:04Z</dcterms:modified>
</cp:coreProperties>
</file>